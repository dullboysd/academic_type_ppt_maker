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57" y="2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9CE2F7-CB50-D7D1-14E1-C4A86ACAA6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BDBAF33-B7EC-6DDC-36E4-1A2BEDAFF7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830F0B6-6A7C-F6E8-19A7-005A05CE6C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25D4E3-31CD-4A4D-BC13-F81CE714B03D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3FDC7A0-F4B4-566D-C2FF-5344C009D7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FEE2ADE-0F6D-44D7-CF79-6383CBC8C3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98471-9125-459C-AB33-FB237DE6B1C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15941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3D2E7D4-4F2C-C412-B337-A5A7D7BFEA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214DC7E-3AE6-07B1-AFA3-E34EFAAA11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79E8BFF-DA14-F749-FEA9-B260DED2A2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25D4E3-31CD-4A4D-BC13-F81CE714B03D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0D9276F-6DB8-F0B9-D7CA-698EAAB551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30413E7-07AC-5A10-E5DB-6F035034B5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98471-9125-459C-AB33-FB237DE6B1C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5800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FCC6025-9605-7920-FAF7-44DB8C6132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CF2E2EF-A033-7D99-18CF-914E5B9437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4EDB988-8972-EB9D-54E3-EFC16ECB39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25D4E3-31CD-4A4D-BC13-F81CE714B03D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4E406A0-1FB9-30B0-21CC-DD5703BA64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DA872F8-5A78-1486-FF7A-B3E228EAA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98471-9125-459C-AB33-FB237DE6B1C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63865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A28B369-0455-E97E-F116-3586DF8525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816A384-C313-84C6-498B-390B06E2AAB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71A83B5-C449-D353-055C-5D50F2647C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FFAA0F1-2DCF-D042-2DF5-68F3F7E6A2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25D4E3-31CD-4A4D-BC13-F81CE714B03D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00C7FE3-F2E8-F17E-9485-D585DA06F7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41119D1-3599-46B2-1998-DEC78CCAAB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98471-9125-459C-AB33-FB237DE6B1C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724299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CE1FBF9-6278-FBE7-3318-513268CFD2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AEA91E7-718A-A155-637F-E68732F3F3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920E19F-7BCF-C86E-AA7A-F244D38E3A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7D08972-7E8D-95F0-0894-EB89E552F0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FA549E0-E3DA-505A-A12B-3E91BE88299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67D7C359-E112-E6D6-74E0-4683F76130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25D4E3-31CD-4A4D-BC13-F81CE714B03D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17632A57-D848-6951-8443-02AF1AA9D1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4681CA45-67F4-67D7-06E3-096BA4EE6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98471-9125-459C-AB33-FB237DE6B1C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70640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7A89AD9-E610-9102-B4D7-1B8221B7E7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D753037-ED70-7840-5E87-D5EFE4363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25D4E3-31CD-4A4D-BC13-F81CE714B03D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05850DA-E189-C739-2B03-6C7B0EF2A5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0F95D4D-4E35-CCD3-2F49-D0D90F6B0F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98471-9125-459C-AB33-FB237DE6B1C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96673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F743D74-A1A2-9E41-6650-76CBB6BD6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25D4E3-31CD-4A4D-BC13-F81CE714B03D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067FB7D-42ED-6812-D989-6347962D61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F66CC6E-4B25-9316-28F2-8B5A8C424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98471-9125-459C-AB33-FB237DE6B1C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00304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52BE3E2-870D-1922-FE69-D4741F1C49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62DD9F1-9D10-FDCE-70C4-5F84826E05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F891601-A3F3-6BF0-6DA0-3878848E32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F8AAE32-1D8B-490F-BA9D-38C0771C84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25D4E3-31CD-4A4D-BC13-F81CE714B03D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98E8BD3-24AD-7E7C-24A9-97801A5E94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E0981B8-D482-290F-200E-0D0348302D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98471-9125-459C-AB33-FB237DE6B1C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62374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ABAEB8E-7DF1-9A26-B2C9-07E049C827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4DA20FEC-F13D-C376-2ED0-AEAEB324A123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BE51D55-7B73-B7CC-E856-03ACABEBAF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57CE275-1E0F-74E0-0ECD-687E797D4D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25D4E3-31CD-4A4D-BC13-F81CE714B03D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475E650-E7C7-9C93-10A2-01E3D5D419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3E33A40-99AB-15BC-41ED-F86F60B975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98471-9125-459C-AB33-FB237DE6B1C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13303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C18BA83-AADD-7707-84F3-CD8D25D448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39D7B4E-A5BF-F217-F964-3474BAFA41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F4DBACE-9E80-17B7-6B45-E0B86D5A55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25D4E3-31CD-4A4D-BC13-F81CE714B03D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F9C79F7-66F9-1A30-3740-FB294496A7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5601DF7-4C57-5A1E-E04F-B3C6B4E910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98471-9125-459C-AB33-FB237DE6B1C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41006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3B841BDE-91D7-A4AA-CD0A-6F1F6257D8A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294606A-9CD5-AC2A-B2AC-ABAAED366C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8620969-68CE-A73C-E7B1-B5DB4C2A68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25D4E3-31CD-4A4D-BC13-F81CE714B03D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351DD4-67CE-77EF-2743-58ED883B3D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6F3E2E-FDFD-81D2-2C86-B58BD1B2EF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98471-9125-459C-AB33-FB237DE6B1C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32594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CA7783A6-E7C8-B474-410B-8F09F072C1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3FF97CF-03C2-1072-FF3D-31F39E7CA1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8300AD0-18D0-AE4E-9881-1C0AD94A64B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25D4E3-31CD-4A4D-BC13-F81CE714B03D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644485C-6E06-58BF-DBC7-B773113E43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A4EA8D5-E02C-80D4-2368-7469830D9D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198471-9125-459C-AB33-FB237DE6B1C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98222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>
            <a:extLst>
              <a:ext uri="{FF2B5EF4-FFF2-40B4-BE49-F238E27FC236}">
                <a16:creationId xmlns:a16="http://schemas.microsoft.com/office/drawing/2014/main" id="{6BF0A1F3-FD67-3AAB-2605-94E2D684842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副标题 6">
            <a:extLst>
              <a:ext uri="{FF2B5EF4-FFF2-40B4-BE49-F238E27FC236}">
                <a16:creationId xmlns:a16="http://schemas.microsoft.com/office/drawing/2014/main" id="{B74CB63F-2883-B0BD-AEBA-4CD650F1632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12711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CD72FA-5D65-3577-ABDC-5352F468C7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5696B56-E4F4-7D7C-9A2B-3DDD27A7C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64366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宽屏</PresentationFormat>
  <Paragraphs>0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6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547513649@qq.com</dc:creator>
  <cp:lastModifiedBy>547513649@qq.com</cp:lastModifiedBy>
  <cp:revision>1</cp:revision>
  <dcterms:created xsi:type="dcterms:W3CDTF">2026-10-14T04:00:01Z</dcterms:created>
  <dcterms:modified xsi:type="dcterms:W3CDTF">2026-10-14T04:01:22Z</dcterms:modified>
</cp:coreProperties>
</file>